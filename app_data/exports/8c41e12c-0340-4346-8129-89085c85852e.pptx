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请重点阐述1年期XX计划实施效果评估机制。2030战略需强调技术自主可控性。合作领域突出碳中和标准制定合作机会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8d9be74-b04d-4c87-9dc7-be9002f2eb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d4f1b9e-d5e5-45db-86e7-08d022758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d4f1b9e-d5e5-45db-86e7-08d022758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8180d050-3c13-428a-939a-d23a63e7e8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1219200"/>
            <a:ext cx="4876800" cy="10541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a9e7345d-b4a0-49a7-a883-b9f4d80f12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865405f5-d567-4d75-b134-aaffa526b0c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733800"/>
            <a:ext cx="4876800" cy="10541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575d0f6f-007d-4b01-b3c9-ca86d561f1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4470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未来发展规划 | 2030战略布局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战略执行路径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00200"/>
            <a:ext cx="15036800" cy="3556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381000" dir="90000" dist="1524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3366C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311400"/>
            <a:ext cx="6527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FFFFFF"/>
                </a:solidFill>
                <a:latin typeface="Albert Sans"/>
              </a:defRPr>
            </a:pPr>
            <a:r>
              <a:rPr i="0" sz="2400" b="1">
                <a:solidFill>
                  <a:srgbClr val="FFFFFF"/>
                </a:solidFill>
                <a:latin typeface="Albert Sans"/>
              </a:rPr>
              <a:t>平台基座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9210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统一数据中台、模型管理、向量检索、权限与审计框架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3147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采用云原生微服务 + K8s 部署，确保弹性伸缩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721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1275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0" y="2552700"/>
            <a:ext cx="65278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CC3333"/>
                </a:solidFill>
                <a:latin typeface="Albert Sans"/>
              </a:defRPr>
            </a:pPr>
            <a:r>
              <a:rPr i="0" sz="2000" b="1">
                <a:solidFill>
                  <a:srgbClr val="CC3333"/>
                </a:solidFill>
                <a:latin typeface="Albert Sans"/>
              </a:rPr>
              <a:t>关键里程碑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086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信息门户（首页宣传页、更新日志、下载中心）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34798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大模型对话页面（模型/知识库切换、深度思考模式）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38862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智能体中心（预置 AI 写作、报告生成、模型生成等）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08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合作与推广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740400"/>
            <a:ext cx="14655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寻求全球合作伙伴共同推进[智慧能源]领域创新，二维码入口嵌入于最后一张幻灯片底部.</a:t>
            </a:r>
          </a:p>
        </p:txBody>
      </p:sp>
      <p:pic>
        <p:nvPicPr>
          <p:cNvPr id="19" name="Picture 18" descr="db59ba24-5f5a-4bfe-8336-aa07108bec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