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介绍我的专业身份：在NLP和CV领域深耕五年，主导过12个企业项目。强调技术能力（PyTorch/Keras框架）及突出成果（模型准确率提升40%）。最后请观众参考简历第三页案例，并提供联系方式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0a9593f1-af65-4b1a-a90e-7ab8754fe4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3589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张伟 | 人工智能工程师测试工程师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3187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3543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领域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：自然语言处理/计算机视觉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3898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核心经验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4254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五年算法开发经验 | 主导12个企业级AI项目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46101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机器学习模型准确率提升40%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（案例见简历P3）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49657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技术栈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：PyTorch/Keras深度框架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5321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联系方式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5676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邮箱 zhangwei.ai@example.com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6032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GitHub github.com/zhangwei-ai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4400" y="6692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900" y="7035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200" y="71882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0000"/>
              </a:lnSpc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4700" y="70104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4700" y="7366000"/>
            <a:ext cx="120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50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