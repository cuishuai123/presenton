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PPT内容简要说明：</a:t>
            </a:r>
          </a:p>
          <a:p>
            <a:r>
              <a:t>1. 基本信息：姓名/职位/核心能力</a:t>
            </a:r>
          </a:p>
          <a:p>
            <a:r>
              <a:t>2. 关键业绩突出显示40%提升和财务节省数据</a:t>
            </a:r>
          </a:p>
          <a:p>
            <a:r>
              <a:t>3. 现任公司与工作重心（AI决策优化）</a:t>
            </a:r>
          </a:p>
          <a:p>
            <a:r>
              <a:t>4. 连接新兴技术方向（区块链与智慧城市研究）</a:t>
            </a:r>
          </a:p>
          <a:p>
            <a:r>
              <a:t>每个数据点对应简历中的认证依据。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6416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cc069707-2570-4d54-81cd-8b0bd78320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6416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2247900"/>
            <a:ext cx="6731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张明阳：数据科学领域的创新先锋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40767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4432300"/>
            <a:ext cx="6731000" cy="106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• 数据科学家 | 5年行业经验 • 核心能力：机器学习建模（23个项目）、大数据解决方案、商业智能可视化 • 关键成就：模型预测准确率↑40%，开发自动化流程节省$1.5M/年 现就职于创新科技有限公司，专注于AI驱动决策优化 研究兴趣：区块链技术·智慧城市可持续发展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34400" y="5803900"/>
            <a:ext cx="6705600" cy="1295400"/>
          </a:xfrm>
          <a:prstGeom prst="roundRect">
            <a:avLst>
              <a:gd name="adj" fmla="val 7843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E5E7EB"/>
            </a:solidFill>
          </a:ln>
          <a:effectLst>
            <a:outerShdw blurRad="25400" dir="9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51900" y="61468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93200" y="6299200"/>
            <a:ext cx="1524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FFFFFF"/>
                </a:solidFill>
                <a:latin typeface="Inter"/>
              </a:defRPr>
            </a:pPr>
            <a:r>
              <a:rPr i="0" sz="1600" b="1">
                <a:solidFill>
                  <a:srgbClr val="FFFFFF"/>
                </a:solidFill>
                <a:latin typeface="Inter"/>
              </a:rPr>
              <a:t>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64700" y="6121400"/>
            <a:ext cx="12065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张明阳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64700" y="6477000"/>
            <a:ext cx="1206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2025-12-15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