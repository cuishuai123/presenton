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开场先提及新近项目进展：在NLP与CV领域持续深耕，完成多行业AI解决方案12项。特别强调技术突破点——模型优化策略使准确率提升四成（P3详例）。最后明确沟通渠道可用性，展示二维码和GitHub仓库地址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pic>
        <p:nvPicPr>
          <p:cNvPr id="3" name="Picture 2" descr="28c80c46-134e-44d3-b33c-92dec3f2c8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2070100"/>
            <a:ext cx="6731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张伟 | 人工智能工程师测试工程师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37211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34400" y="61595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1900" y="6502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3200" y="6654800"/>
            <a:ext cx="1524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50000"/>
              </a:lnSpc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64700" y="6477000"/>
            <a:ext cx="12065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40000"/>
              </a:lnSpc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张伟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4700" y="6832600"/>
            <a:ext cx="12065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2025-12-15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