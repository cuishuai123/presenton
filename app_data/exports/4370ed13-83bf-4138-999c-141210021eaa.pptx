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介绍我的专业身份：在NLP和CV领域深耕五年，主导过12个企业项目。强调技术能力（PyTorch/Keras框架）及突出成果（模型准确率提升40%）。最后请观众参考简历第三页案例，并提供联系方式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6416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" name="Picture 2" descr="0b02299b-4125-4eda-b715-1502d6b56c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600" y="2641600"/>
            <a:ext cx="6502400" cy="406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34400" y="1739900"/>
            <a:ext cx="6731000" cy="762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张伟 | 人工智能工程师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34400" y="28067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400" y="31623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领域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：自然语言处理/计算机视觉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400" y="35179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核心经验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38735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五年算法开发经验 | 主导12个企业级AI项目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0" y="42291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机器学习模型准确率提升40%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（案例见简历P3）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0" y="45847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技术栈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：PyTorch/Keras深度框架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49403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1">
                <a:solidFill>
                  <a:srgbClr val="4B5563"/>
                </a:solidFill>
                <a:latin typeface="Inter"/>
              </a:rPr>
              <a:t>联系方式</a:t>
            </a:r>
            <a:r>
              <a:rPr i="0" sz="1800" b="0">
                <a:solidFill>
                  <a:srgbClr val="4B5563"/>
                </a:solidFill>
                <a:latin typeface="Inter"/>
              </a:rPr>
              <a:t>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0" y="52959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邮箱 zhangwei.ai@example.com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5651500"/>
            <a:ext cx="6731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GitHub github.com/zhangwei-ai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34400" y="6311900"/>
            <a:ext cx="6705600" cy="1295400"/>
          </a:xfrm>
          <a:prstGeom prst="roundRect">
            <a:avLst>
              <a:gd name="adj" fmla="val 7843"/>
            </a:avLst>
          </a:prstGeom>
          <a:solidFill>
            <a:srgbClr val="FFFFFF">
              <a:alpha val="50000"/>
            </a:srgbClr>
          </a:solidFill>
          <a:ln w="12700">
            <a:solidFill>
              <a:srgbClr val="E5E7EB"/>
            </a:solidFill>
          </a:ln>
          <a:effectLst>
            <a:outerShdw blurRad="25400" dir="90000" dist="12700" rotWithShape="0">
              <a:srgbClr val="000000">
                <a:alpha val="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51900" y="6654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3200" y="6807200"/>
            <a:ext cx="1524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1">
                <a:solidFill>
                  <a:srgbClr val="FFFFFF"/>
                </a:solidFill>
                <a:latin typeface="Inter"/>
              </a:defRPr>
            </a:pPr>
            <a:r>
              <a:rPr i="0" sz="1600" b="1">
                <a:solidFill>
                  <a:srgbClr val="FFFFFF"/>
                </a:solidFill>
                <a:latin typeface="Inter"/>
              </a:rPr>
              <a:t>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4700" y="6629400"/>
            <a:ext cx="12065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张伟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64700" y="6985000"/>
            <a:ext cx="1206500" cy="304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2025-12-15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