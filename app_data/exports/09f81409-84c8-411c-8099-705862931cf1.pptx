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这里是职业背景介绍页。包含姓名、职位、工作年限、项目经验及联络方式。保持简洁专业，便于观众快速了解专业资质。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展示我的四大核心优势：日处理20GB数据集的技术能力，通过15个BI项目拉动47%客户留存增长，带领12人团队超额完成行业KPI标准，以及持有的AWS和Tableau专业认证。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首先说明区块链与数据技能的认证进度，强调已完成四分之四课程的重要性。接着解释专利布局如何支撑平台建设，最后用周更博客数据展示技术影响力持续扩大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b5bf9b1d-0b74-4cc8-84f7-a5635528b2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2806700"/>
            <a:ext cx="6731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个人职业概览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38735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229100"/>
            <a:ext cx="67310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[张伟] | 高级数据分析师 &amp; XX公司部门经理 8年从业经验 | 主导5个跨部门项目 联系方式：xxx@example.com LinkedIn：@YourProfile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0" y="52451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1900" y="5588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3200" y="5740400"/>
            <a:ext cx="1524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4700" y="5562600"/>
            <a:ext cx="12065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张伟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4700" y="5918200"/>
            <a:ext cx="1206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2025-12-12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142494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核心技能与成就</a:t>
            </a:r>
          </a:p>
        </p:txBody>
      </p:sp>
      <p:pic>
        <p:nvPicPr>
          <p:cNvPr id="3" name="Picture 2" descr="0769e9c4-fcfb-408d-9ac8-518e88fb56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778000"/>
            <a:ext cx="6705600" cy="6959600"/>
          </a:xfrm>
          <a:prstGeom prst="rect">
            <a:avLst/>
          </a:prstGeom>
        </p:spPr>
      </p:pic>
      <p:pic>
        <p:nvPicPr>
          <p:cNvPr id="4" name="Picture 3" descr="4e654813-0ad2-4fe0-b7cb-faf8fca44c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7940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34400" y="2476500"/>
            <a:ext cx="6731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数据分析、业务洞察、团队管理和技术资质方面的核心能力与成果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400" y="326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eafbbafa-c77f-4179-ae83-31331f9807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41630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47200" y="326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数据分析能力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47200" y="372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200" y="389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精通Python/R/SQL技术栈，处理日均20GB级数据集分析需求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34400" y="453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eafbbafa-c77f-4179-ae83-31331f9807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46863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47200" y="453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BI项目成果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47200" y="499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7200" y="516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近3年主导15+可视化BI项目，推动客户留存率提升47%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4400" y="580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eafbbafa-c77f-4179-ae83-31331f9807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59563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47200" y="580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团队管理效能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7200" y="626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200" y="643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带领12人团队实现年度KPI连续超越行业均值12个百分点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34400" y="707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eafbbafa-c77f-4179-ae83-31331f9807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7226300"/>
            <a:ext cx="3048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47200" y="707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专业资质认证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7200" y="753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7200" y="770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持有AWS云端架构与Tableau高级桌面分析师双重证书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24000" y="3225800"/>
            <a:ext cx="56896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f01d0b20-769f-4e7b-ad0a-55813650c2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3225800"/>
            <a:ext cx="56896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9779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职业目标与兴趣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1574800"/>
            <a:ext cx="12192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4" name="Picture 3" descr="af395c31-32b5-4505-a3fb-371505d787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0" y="609600"/>
            <a:ext cx="40640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6000" y="3454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0100" y="3556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区块链+数据分析认证完成计划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0100" y="4114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2026年底前完成专项认证（已完成课程4/5，剩余模块聚焦智能合约开发）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1200" y="3454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85300" y="3556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智能化商业决策平台建设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85300" y="4114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已有3项技术专利在申，专注构建数据驱动型商业分析解决方案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851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0100" y="4953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行业影响力拓展进展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0100" y="5511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运营周更技术博客栏目，累计阅读量突破1.8万次（当前活跃用户增长率6%/月）</a:t>
            </a:r>
          </a:p>
        </p:txBody>
      </p:sp>
      <p:pic>
        <p:nvPicPr>
          <p:cNvPr id="14" name="Picture 13" descr="cc82b4ea-228a-4464-aea7-c614262edd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1280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