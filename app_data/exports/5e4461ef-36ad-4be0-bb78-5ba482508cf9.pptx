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短期目标：1年内完成XX计划以夯实基础。长期愿景：2030年前实现[战略方向]战略布局。合作意向：期待在[领域名称]领域寻求战略合作机遇，二维码建议放置于最后一页底端空白处。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238b605-562e-47fe-adaf-126a7d35bc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059099d-47af-4428-a5c0-af189b8836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059099d-47af-4428-a5c0-af189b8836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6" name="Picture 25" descr="4c110359-791a-40ec-9f17-d35ba10c8f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0" name="Picture 29" descr="d0b47903-c4b3-4fc8-8a32-7e39bde8b9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876300"/>
          </a:xfrm>
          <a:prstGeom prst="roundRect">
            <a:avLst>
              <a:gd name="adj" fmla="val 5797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39700"/>
            <a:ext cx="15265400" cy="584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3200" b="1">
                <a:solidFill>
                  <a:srgbClr val="FFFFFF"/>
                </a:solidFill>
                <a:latin typeface="Albert Sans"/>
              </a:defRPr>
            </a:pPr>
            <a:r>
              <a:rPr i="0" sz="3200" b="1">
                <a:solidFill>
                  <a:srgbClr val="FFFFFF"/>
                </a:solidFill>
                <a:latin typeface="Albert Sans"/>
              </a:rPr>
              <a:t>未来发展规划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6400" y="1066800"/>
            <a:ext cx="15443200" cy="6667500"/>
          </a:xfrm>
          <a:prstGeom prst="roundRect">
            <a:avLst>
              <a:gd name="adj" fmla="val 1142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5" name="Picture 4" descr="85ad5348-8bc6-4c6b-9cb5-ae8c73bfa3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24800"/>
            <a:ext cx="16256000" cy="121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