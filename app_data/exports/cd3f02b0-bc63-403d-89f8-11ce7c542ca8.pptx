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介绍我的专业身份：在NLP和CV领域深耕五年，主导过12个企业项目。强调技术能力（PyTorch/Keras框架）及突出成果（模型准确率提升40%）。最后请观众参考简历第三页案例，并提供联系方式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17600" y="2641600"/>
            <a:ext cx="65024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90500" dir="9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0204d0a5-521c-44fa-8300-1dc66254f8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2641600"/>
            <a:ext cx="6502400" cy="406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34400" y="1892300"/>
            <a:ext cx="67310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张伟 | 人工智能工程师测试工程师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34400" y="3721100"/>
            <a:ext cx="1016000" cy="50800"/>
          </a:xfrm>
          <a:prstGeom prst="roundRect">
            <a:avLst>
              <a:gd name="adj" fmla="val 1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0" y="4076700"/>
            <a:ext cx="6731000" cy="177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0">
                <a:solidFill>
                  <a:srgbClr val="4B5563"/>
                </a:solidFill>
                <a:latin typeface="Inter"/>
              </a:rPr>
              <a:t>**领域**：自然语言处理/计算机视觉</a:t>
            </a:r>
            <a:r>
              <a:t>
</a:t>
            </a:r>
            <a:r>
              <a:t>
</a:t>
            </a:r>
            <a:r>
              <a:rPr i="0" sz="1800" b="0">
                <a:solidFill>
                  <a:srgbClr val="4B5563"/>
                </a:solidFill>
                <a:latin typeface="Inter"/>
              </a:rPr>
              <a:t>**核心经验**：</a:t>
            </a:r>
            <a:r>
              <a:t>
</a:t>
            </a:r>
            <a:r>
              <a:t>
</a:t>
            </a:r>
            <a:r>
              <a:rPr i="0" sz="1800" b="0">
                <a:solidFill>
                  <a:srgbClr val="4B5563"/>
                </a:solidFill>
                <a:latin typeface="Inter"/>
              </a:rPr>
              <a:t>- 五年算法开发经验 | 主导12个企业级AI项目</a:t>
            </a:r>
            <a:r>
              <a:t>
</a:t>
            </a:r>
            <a:r>
              <a:rPr i="0" sz="1800" b="0">
                <a:solidFill>
                  <a:srgbClr val="4B5563"/>
                </a:solidFill>
                <a:latin typeface="Inter"/>
              </a:rPr>
              <a:t>- **机器学习模型准确率提升40%**（案例见简历P3）</a:t>
            </a:r>
            <a:r>
              <a:t>
</a:t>
            </a:r>
            <a:r>
              <a:t>
</a:t>
            </a:r>
            <a:r>
              <a:rPr i="0" sz="1800" b="0">
                <a:solidFill>
                  <a:srgbClr val="4B5563"/>
                </a:solidFill>
                <a:latin typeface="Inter"/>
              </a:rPr>
              <a:t>**技术栈**：PyTorch/Keras深度框架</a:t>
            </a:r>
            <a:r>
              <a:t>
</a:t>
            </a:r>
            <a:r>
              <a:t>
</a:t>
            </a:r>
            <a:r>
              <a:rPr i="0" sz="1800" b="0">
                <a:solidFill>
                  <a:srgbClr val="4B5563"/>
                </a:solidFill>
                <a:latin typeface="Inter"/>
              </a:rPr>
              <a:t>**联系方式**：</a:t>
            </a:r>
            <a:r>
              <a:t>
</a:t>
            </a:r>
            <a:r>
              <a:t>
</a:t>
            </a:r>
            <a:r>
              <a:rPr i="0" sz="1800" b="0">
                <a:solidFill>
                  <a:srgbClr val="4B5563"/>
                </a:solidFill>
                <a:latin typeface="Inter"/>
              </a:rPr>
              <a:t>- 邮箱 zhangwei.ai@example.com</a:t>
            </a:r>
            <a:r>
              <a:t>
</a:t>
            </a:r>
            <a:r>
              <a:rPr i="0" sz="1800" b="0">
                <a:solidFill>
                  <a:srgbClr val="4B5563"/>
                </a:solidFill>
                <a:latin typeface="Inter"/>
              </a:rPr>
              <a:t>- GitHub github.com/zhangwei-ai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34400" y="6159500"/>
            <a:ext cx="6705600" cy="1295400"/>
          </a:xfrm>
          <a:prstGeom prst="roundRect">
            <a:avLst>
              <a:gd name="adj" fmla="val 7843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E5E7EB"/>
            </a:solidFill>
          </a:ln>
          <a:effectLst>
            <a:outerShdw blurRad="25400" dir="90000" dist="127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51900" y="65024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93200" y="6654800"/>
            <a:ext cx="1524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FFFFFF"/>
                </a:solidFill>
                <a:latin typeface="Inter"/>
              </a:defRPr>
            </a:pPr>
            <a:r>
              <a:rPr i="0" sz="1600" b="1">
                <a:solidFill>
                  <a:srgbClr val="FFFFFF"/>
                </a:solidFill>
                <a:latin typeface="Inter"/>
              </a:rPr>
              <a:t>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64700" y="6477000"/>
            <a:ext cx="12065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张伟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64700" y="6832600"/>
            <a:ext cx="1206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2025-12-15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