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张棽拥有十年国际级数字化转型实战经验，在六大市场落地二十三个成功项目。联系方式包含专业社交平台与专属编码，支持多渠道商务对接。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页面通过四个维度展示核心能力：首先是AI技术栈的专业深度，其次强调云平台架构搭建的综合能力。接着说明在三大重点行业的落地经验，最后用具体数据佐证解决方案的价值转化成果。每个要点均配有行业通用的认知符号强化记忆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介绍三阶段方法论时强调系统性和连贯性 → 银行案例重点说明时间效率提升的具体数据 → 未来方向着重解释AIGC与元宇宙技术融合的前瞻性价值。注意使用对比数据增强说服力，保持专业且通俗易懂的语言表达。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77fd3f87-26a5-4a17-b2e9-bfbf7375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9210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张棽 | 跨领域数字战略顾问（AI×商业分析）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7498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51054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联系方式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：LinkedIn/微信/邮箱 | </a:t>
            </a:r>
            <a:r>
              <a:rPr i="0" sz="1800" b="1">
                <a:solidFill>
                  <a:srgbClr val="4B5563"/>
                </a:solidFill>
                <a:latin typeface="Inter"/>
              </a:rPr>
              <a:t>编码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：12132312</a:t>
            </a:r>
            <a:r>
              <a:rPr i="0" sz="1800" b="1">
                <a:solidFill>
                  <a:srgbClr val="4B5563"/>
                </a:solidFill>
                <a:latin typeface="Inter"/>
              </a:rPr>
              <a:t>核心优势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：10年跨国企业数字化转型经验，覆盖6个国家地区完成23个项目交付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03200"/>
            <a:ext cx="18161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Company Name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9900" y="342900"/>
            <a:ext cx="12230100" cy="254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746ff2b1-b39f-42c2-a8f7-eb7d8f881a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5" name="Picture 4" descr="55508dd9-4c17-4b3b-8bba-7f168a6a1f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6000" y="609600"/>
            <a:ext cx="8966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技能矩阵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4279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9e201e77-1ab5-4639-9e8d-2b009e7b4b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4323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32000" y="42799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AI建模专家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2000" y="4686300"/>
            <a:ext cx="31242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TensorFlow/PyTorch架构设计与实现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0" y="4279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9e201e77-1ab5-4639-9e8d-2b009e7b4b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44323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54800" y="42799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云架构规划师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4800" y="4686300"/>
            <a:ext cx="31242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Spark/Hadoop大数据体系构建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92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9e201e77-1ab5-4639-9e8d-2b009e7b4b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84200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320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行业解决方案专家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0" y="6096000"/>
            <a:ext cx="31242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覆盖金融科技/智能制造/新零售全领域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20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9e201e77-1ab5-4639-9e8d-2b009e7b4b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584200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548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量化成果显著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4800" y="6096000"/>
            <a:ext cx="31242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项目平均ROI+47% 运营成本-32%</a:t>
            </a:r>
          </a:p>
        </p:txBody>
      </p:sp>
      <p:pic>
        <p:nvPicPr>
          <p:cNvPr id="23" name="Picture 22" descr="3515af60-13e3-42c4-84ef-4d0060b05b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24" name="Picture 23" descr="d9f42784-0942-49f9-919b-6bb3042457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6" name="Picture 25" descr="8772817c-3841-4865-8648-f96fa226039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数字化转型价值主张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574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185ab3a0-d990-48a8-9d46-13723a4884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609600"/>
            <a:ext cx="40640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1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DT三阶段方法论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01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诊断现况→重构流程→提升效能的系统化转型路径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53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贷款审批自动化案例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53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跨国银行实现5日处理周期压缩至7分钟，效率提升80倍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AIGC与元宇宙创新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01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探索人工智能生成内容在产业数字化场景中的新一代应用潜力</a:t>
            </a:r>
          </a:p>
        </p:txBody>
      </p:sp>
      <p:pic>
        <p:nvPicPr>
          <p:cNvPr id="14" name="Picture 13" descr="2b6f9ce6-15c8-4ad1-b3c6-1fd58fb2c2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