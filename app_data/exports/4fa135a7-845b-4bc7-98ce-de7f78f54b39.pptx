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展示个人核心信息及专业背景。姓名部分留空供填写，职业注明数据分析师且有8年行业经验。地理位置精确到海淀区，资质突出PMP认证显示项目管理能力。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该教育背景涵盖清华大学经管学院硕士学历，研究聚焦大数据商业应用。学术表现优异，GPA达到3.8位列前5%，显示出色的学习能力。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主导27项数据分析项目展现丰富实战经验，通过供应链模型实现显著成本优化。亲身培养6位分析师成为核心力量，连续三载获得创新奖项印证持续突破能力。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演示各能力维度的关键指标：1. Python/SQL的技术优势，2. 数据可视化与云端平台组合，3. 六省零售模型覆盖范围，4. 协作效能30%量化提升。通过工具专业化、系统整合力和业务深度实现综合竞争力构建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四大核心成就：客户画像系统提升留存率成效显著，科研成果获得学界认可，重大项目获行业权威奖项提名，内部人才培养计划覆盖超过400名员工。每个指标用具体数字强化说服力，突出专业能力和综合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0" y="33020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个人简介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34400" y="4368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400" y="47244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姓名：[您的姓名]\n职业领域：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数据分析师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（深耕8年行业经验）\n现任地点：北京市海淀区\n核心资质：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PMP认证项目经理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教育背景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毕业院校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清华大学 经济管理学院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学历学位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硕士研究生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研究方向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大数据与商业决策分析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2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53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学术表现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53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GPA 3.8/4.0（年级前5%）</a:t>
            </a:r>
          </a:p>
        </p:txBody>
      </p:sp>
      <p:pic>
        <p:nvPicPr>
          <p:cNvPr id="16" name="Picture 15" descr="3058830d-88fe-4591-9704-3d3a565e0f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3200"/>
            <a:ext cx="18161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Company Name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9900" y="342900"/>
            <a:ext cx="12230100" cy="254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0f61a185-53d3-4914-ba66-0ad5d8415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5" name="Picture 4" descr="bf111402-4118-464b-bbb5-b69784991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职业里程碑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212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20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主导27个数据分析项目并落地实施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20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45212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供应链模型优化实现15%运营成本节约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84200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320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培养6名分析师成长为团队核心成员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58420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48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连续三年斩获'最佳创新贡献奖'</a:t>
            </a:r>
          </a:p>
        </p:txBody>
      </p:sp>
      <p:pic>
        <p:nvPicPr>
          <p:cNvPr id="19" name="Picture 18" descr="3b269b4f-bd53-4508-b9bf-e025564dd4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20" name="Picture 19" descr="bda7fbb5-c97b-4a85-bed4-73dbd75234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技能矩阵</a:t>
            </a:r>
          </a:p>
        </p:txBody>
      </p:sp>
      <p:pic>
        <p:nvPicPr>
          <p:cNvPr id="3" name="Picture 2" descr="3394e80b-fd3f-445d-a365-d9d04e595e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c0ee0202-44ac-4e76-8f69-a5b81119be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476500"/>
            <a:ext cx="6731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专业能力结构化展示：涵盖数据分析工具、平台系统应用、行业模型覆盖及团队协作效能提升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326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416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326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数据分析工具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372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389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Python (9/10)与SQL精通级实现高效数据建模及查询优化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453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86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453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平台系统能力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499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16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Power BI/Tableau可视化构建，AWS云环境部署实践经验丰富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580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9563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580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行业知识覆盖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626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643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零售业模型贯穿6省全域数据驱动业务决策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34400" y="707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8847a521-c04b-4a83-beb4-d64ee114e3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722630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47200" y="707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协作效能提升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7200" y="753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0" y="770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跨部门流程标准化使工作效率显著提高30%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063c23f-c2bc-4ab2-9553-8944eaece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a063c23f-c2bc-4ab2-9553-8944eaece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3622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成就亮点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45974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用户留存率提升28%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0800" y="5054600"/>
            <a:ext cx="26416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00" y="5308600"/>
            <a:ext cx="215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通过建立精准客户画像系统实现运营效率跃升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0" y="4597400"/>
            <a:ext cx="2451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3篇SCI论文（IF＞15.6）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0" y="5054600"/>
            <a:ext cx="24257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5308600"/>
            <a:ext cx="1943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在顶级期刊发表跨学科数据分析研究成果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1200" y="3733800"/>
            <a:ext cx="3276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千万级数据仓库项目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419100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「中国数据分析应用奖」提名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1200" y="5918200"/>
            <a:ext cx="32512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5200" y="6172200"/>
            <a:ext cx="2768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主导的大型项目获国家级专业奖项认可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47600" y="4597400"/>
            <a:ext cx="2146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企业内训覆盖400+人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47600" y="5054600"/>
            <a:ext cx="21209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0" y="5308600"/>
            <a:ext cx="1638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年均开展12场数据实战课程培训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