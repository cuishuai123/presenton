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6256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重点解读：</a:t>
            </a:r>
          </a:p>
          <a:p>
            <a:r>
              <a:t>1. 性别均衡团队的架构设计与突破性成果</a:t>
            </a:r>
          </a:p>
          <a:p>
            <a:r>
              <a:t>2. P3实验数据图表支持动态缩放查看，现场解析精度跃升关键节点</a:t>
            </a:r>
          </a:p>
          <a:p>
            <a:r>
              <a:t>后续完整案例通过邮件或GitHub仓库获取（详见二维码/演示附件）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3ed9ddc6-9eba-41d6-9469-efd03ea76f6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705600"/>
            <a:ext cx="2438400" cy="2438400"/>
          </a:xfrm>
          <a:prstGeom prst="rect">
            <a:avLst/>
          </a:prstGeom>
        </p:spPr>
      </p:pic>
      <p:pic>
        <p:nvPicPr>
          <p:cNvPr id="3" name="Picture 2" descr="a23968a3-64ae-493b-91bc-6129ab2df84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04800" y="0"/>
            <a:ext cx="3251200" cy="32512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1117600" y="2235200"/>
            <a:ext cx="6502400" cy="4876800"/>
          </a:xfrm>
          <a:prstGeom prst="roundRect">
            <a:avLst>
              <a:gd name="adj" fmla="val 4166"/>
            </a:avLst>
          </a:prstGeom>
          <a:solidFill>
            <a:srgbClr val="FFFFFF"/>
          </a:solidFill>
          <a:ln>
            <a:noFill/>
          </a:ln>
          <a:effectLst>
            <a:outerShdw blurRad="190500" dir="90000" dist="127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</a:p>
        </p:txBody>
      </p:sp>
      <p:pic>
        <p:nvPicPr>
          <p:cNvPr id="5" name="Picture 4" descr="f181fc54-de68-4110-b1ab-2ca06a292a2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7600" y="2235200"/>
            <a:ext cx="6502400" cy="4876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34400" y="2286000"/>
            <a:ext cx="6731000" cy="1524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defRPr i="0" sz="6000" b="1">
                <a:solidFill>
                  <a:srgbClr val="111827"/>
                </a:solidFill>
                <a:latin typeface="Inter"/>
              </a:defRPr>
            </a:pPr>
            <a:r>
              <a:rPr i="0" sz="6000" b="1">
                <a:solidFill>
                  <a:srgbClr val="111827"/>
                </a:solidFill>
                <a:latin typeface="Inter"/>
              </a:rPr>
              <a:t>人工智能协作：男性与女性工程师的突破 - 张伟 | 高级专家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34400" y="4114800"/>
            <a:ext cx="6731000" cy="1066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6000"/>
              </a:lnSpc>
              <a:defRPr i="0" sz="1800" b="0">
                <a:solidFill>
                  <a:srgbClr val="4B5563"/>
                </a:solidFill>
                <a:latin typeface="Inter"/>
              </a:defRPr>
            </a:pPr>
            <a:r>
              <a:rPr i="0" sz="1800" b="0">
                <a:solidFill>
                  <a:srgbClr val="4B5563"/>
                </a:solidFill>
                <a:latin typeface="Inter"/>
              </a:rPr>
              <a:t>领域：自然语言处理/计算机视觉</a:t>
            </a:r>
            <a:r>
              <a:t>
</a:t>
            </a:r>
            <a:r>
              <a:rPr i="0" sz="1800" b="0">
                <a:solidFill>
                  <a:srgbClr val="4B5563"/>
                </a:solidFill>
                <a:latin typeface="Inter"/>
              </a:rPr>
              <a:t>核心经验与成就：</a:t>
            </a:r>
            <a:r>
              <a:t>
</a:t>
            </a:r>
            <a:r>
              <a:rPr i="0" sz="1800" b="0">
                <a:solidFill>
                  <a:srgbClr val="4B5563"/>
                </a:solidFill>
                <a:latin typeface="Inter"/>
              </a:rPr>
              <a:t>✓ 全球首推跨性别5:5团队AI架构，实践验证12+解决方案（五年实战）</a:t>
            </a:r>
            <a:r>
              <a:t>
</a:t>
            </a:r>
            <a:r>
              <a:rPr i="0" sz="1800" b="0">
                <a:solidFill>
                  <a:srgbClr val="4B5563"/>
                </a:solidFill>
                <a:latin typeface="Inter"/>
              </a:rPr>
              <a:t>✓ P3实验显示预测精度跃升40%，证实性别分工贡献度</a:t>
            </a:r>
            <a:r>
              <a:t>
</a:t>
            </a:r>
            <a:r>
              <a:rPr i="0" sz="1800" b="0">
                <a:solidFill>
                  <a:srgbClr val="4B5563"/>
                </a:solidFill>
                <a:latin typeface="Inter"/>
              </a:rPr>
              <a:t>核心技术栈：PyTorch/Keras全框架整合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34400" y="5486400"/>
            <a:ext cx="32258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43000"/>
              </a:lnSpc>
              <a:defRPr i="0" sz="1400" b="0">
                <a:solidFill>
                  <a:srgbClr val="4B5563"/>
                </a:solidFill>
                <a:latin typeface="Inter"/>
              </a:defRPr>
            </a:pPr>
            <a:r>
              <a:rPr i="0" sz="1400" b="0">
                <a:solidFill>
                  <a:srgbClr val="4B5563"/>
                </a:solidFill>
                <a:latin typeface="Inter"/>
              </a:rPr>
              <a:t>精密协作解决方案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34400" y="5842000"/>
            <a:ext cx="3225800" cy="1219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0000"/>
              </a:lnSpc>
              <a:defRPr i="0" sz="4800" b="1">
                <a:solidFill>
                  <a:srgbClr val="9333EA"/>
                </a:solidFill>
                <a:latin typeface="Inter"/>
              </a:defRPr>
            </a:pPr>
            <a:r>
              <a:rPr i="0" sz="4800" b="1">
                <a:solidFill>
                  <a:srgbClr val="9333EA"/>
                </a:solidFill>
                <a:latin typeface="Inter"/>
              </a:rPr>
              <a:t>12+ (5年实战)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39600" y="5486400"/>
            <a:ext cx="32258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43000"/>
              </a:lnSpc>
              <a:defRPr i="0" sz="1400" b="0">
                <a:solidFill>
                  <a:srgbClr val="4B5563"/>
                </a:solidFill>
                <a:latin typeface="Inter"/>
              </a:defRPr>
            </a:pPr>
            <a:r>
              <a:rPr i="0" sz="1400" b="0">
                <a:solidFill>
                  <a:srgbClr val="4B5563"/>
                </a:solidFill>
                <a:latin typeface="Inter"/>
              </a:rPr>
              <a:t>预测模型提升率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39600" y="5842000"/>
            <a:ext cx="3225800" cy="609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defRPr i="0" sz="4800" b="1">
                <a:solidFill>
                  <a:srgbClr val="9333EA"/>
                </a:solidFill>
                <a:latin typeface="Inter"/>
              </a:defRPr>
            </a:pPr>
            <a:r>
              <a:rPr i="0" sz="4800" b="1">
                <a:solidFill>
                  <a:srgbClr val="9333EA"/>
                </a:solidFill>
                <a:latin typeface="Inter"/>
              </a:rPr>
              <a:t>+40%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