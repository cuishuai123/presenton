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李华具有7年互联网产品管理经验，带领团队达成600万用户规模和125%月活增长。通过数据模型为项目创造1.2亿元收益，成功协调超5个跨部门项目，并获年度创新大奖。熟悉敏捷流程与用户视角方法论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05b7f8a-9e41-448b-a8c6-28ed36bd13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2000"/>
            <a:ext cx="4064000" cy="203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000" y="30734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李华 — 高级产品经理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000" y="41402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495800"/>
            <a:ext cx="67310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Ginyard International Co. is a leading provider of innovative digital solutions tailored for businesses. Our mission is to empower organizations to achieve their goals through cutting-edge technology and strategic partnerships.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74400" y="3187700"/>
            <a:ext cx="1625600" cy="1625600"/>
          </a:xfrm>
          <a:prstGeom prst="roundRect">
            <a:avLst>
              <a:gd name="adj" fmla="val 6250"/>
            </a:avLst>
          </a:prstGeom>
          <a:solidFill>
            <a:srgbClr val="E5E7EB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9ba88ed3-4339-4591-90d4-28eb360b7a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400" y="3187700"/>
            <a:ext cx="1625600" cy="162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34400" y="49657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800" b="1">
                <a:solidFill>
                  <a:srgbClr val="111827"/>
                </a:solidFill>
                <a:latin typeface="Inter"/>
              </a:defRPr>
            </a:pPr>
            <a:r>
              <a:rPr i="0" sz="1800" b="1">
                <a:solidFill>
                  <a:srgbClr val="111827"/>
                </a:solidFill>
                <a:latin typeface="Inter"/>
              </a:rPr>
              <a:t>李华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5321300"/>
            <a:ext cx="6731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1" sz="1400" b="0">
                <a:solidFill>
                  <a:srgbClr val="4B5563"/>
                </a:solidFill>
                <a:latin typeface="Inter"/>
              </a:defRPr>
            </a:pPr>
            <a:r>
              <a:rPr i="1" sz="1400" b="0">
                <a:solidFill>
                  <a:srgbClr val="4B5563"/>
                </a:solidFill>
                <a:latin typeface="Inter"/>
              </a:rPr>
              <a:t>高级产品经理（互联网行业）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5676900"/>
            <a:ext cx="6731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4B5563"/>
                </a:solidFill>
                <a:latin typeface="Inter"/>
              </a:defRPr>
            </a:pPr>
            <a:r>
              <a:rPr i="0" sz="1200" b="0">
                <a:solidFill>
                  <a:srgbClr val="4B5563"/>
                </a:solidFill>
                <a:latin typeface="Inter"/>
              </a:rPr>
              <a:t>7年消费类APP全周期管理经验，持有PMP/CEAC认证。主导项目用户破600万，月活增长125%，团队获2024年度创新大奖。需求分析准确率连续3季度98%+，通过ROI模型实现增收1.2亿。擅长用户旅程设计与跨部门攻坚协调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