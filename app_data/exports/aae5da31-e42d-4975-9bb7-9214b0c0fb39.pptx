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短期目标：1年内完成XX计划以夯实基础。长期愿景：2030年前实现[战略方向]战略布局。合作意向：期待在[领域名称]领域寻求战略合作机遇，二维码建议放置于最后一页底端空白处。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c34fcea-5cda-499a-92f6-ea3abd4b8b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46e05fe-8978-4d49-b8e2-43fa56df24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46e05fe-8978-4d49-b8e2-43fa56df24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1cb1b51c-0028-4b97-875d-ef3cc30468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1219200"/>
            <a:ext cx="4876800" cy="10541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ad0f8e42-bb30-4aff-88ec-9fbb97ab26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20905b76-9288-4192-9455-6778859cc4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733800"/>
            <a:ext cx="4876800" cy="10541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16d4019c-b9ab-4f2e-ba92-6ac92aa25b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876300"/>
          </a:xfrm>
          <a:prstGeom prst="roundRect">
            <a:avLst>
              <a:gd name="adj" fmla="val 5797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39700"/>
            <a:ext cx="152654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3200" b="1">
                <a:solidFill>
                  <a:srgbClr val="FFFFFF"/>
                </a:solidFill>
                <a:latin typeface="Albert Sans"/>
              </a:defRPr>
            </a:pPr>
            <a:r>
              <a:rPr i="0" sz="3200" b="1">
                <a:solidFill>
                  <a:srgbClr val="FFFFFF"/>
                </a:solidFill>
                <a:latin typeface="Albert Sans"/>
              </a:rPr>
              <a:t>未来发展规划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400" y="1066800"/>
            <a:ext cx="15443200" cy="6667500"/>
          </a:xfrm>
          <a:prstGeom prst="roundRect">
            <a:avLst>
              <a:gd name="adj" fmla="val 1142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3d0da291-217f-49b3-a102-58e97e5c8c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24800"/>
            <a:ext cx="162560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